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рушії, 200 розрядів: 34 з 49; Грінвальд 16 з 16, радіація 14 з 17, кінк лише 4 з 16.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fusion-sim, пробний прогін 50 розрядів: 10 з 12 (поле «поріг» замінено на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41141"/>
            <a:ext cx="60350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2581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а на 50 розрядах поріг задає один тихий розряд (див. розділ 5); тому наведено ROC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74320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 → модель тривоги (коли) → ImpactNet (чому) → порадник → зміна уставок; цикл 5 мс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Порадник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головна загроза з часток ImpactNet → конкретна дія (наприклад, знизити уставку густини); автокерування виконує її, коли p моделі вище порогу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40 розрядів; ціну керування (втрату продуктивності) ще не оцінено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Далі: прогнозне керування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копія стану → 3–5 кандидатних дій → прогноз на 1–2 с → дія з найменшим очікуваним ризиком і найменшою втратою продуктивності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5623560"/>
            <a:ext cx="4709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 і керування актуаторами з моделі)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на іншому рушії тривога працює без донавчання (ROC AUC 0,902), кінк потребує донавчання.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