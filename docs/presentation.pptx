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57–67 % і 0–1 пропущених. Висновок: визначальна інформація — динаміка сигналу, а не статичні фізичні проксі. Картки моделей — у додатку 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тривоги, ImpactNet і порадник. Замкнений контур на 40 розрядах: 11 зривів без керування, 5 з керуванням. Атрибуція на новому рушії, 200 розрядів: 34 з 49; Грінвальд 16 з 16, радіація 14 з 17, кінк лише 4 з 16. Рушій не моделює шум діагностик, тому калібрування моделей, навчених на шумних даних, переноситься не повністю; наступний крок — додати вимірювальний тракт toksym.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Замкнений контур удвічі зменшує кількість зривів.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 для відповідей на питання журі.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Порівняльний аналіз моделей на спільній вибірці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ui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772400" cy="3610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6011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Частка вчасних тривог і кількість пропущених зривів на спільних 200 розрядах (запас 0,1 с, бюджет 5 %)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280160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Узагальнення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595360" y="1645920"/>
          <a:ext cx="306324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868680"/>
                <a:gridCol w="86868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наші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25–35 %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57–67 %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пропущено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5–9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0–1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медіана випередження,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0,67–0,90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0,94–1,42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95360" y="4023360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(тренди, передвісник), а не статичні фізичні проксі.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303860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2983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0962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Атрибуція механізмів зриву в симуляторі fusion-sim, пробний прогін 50 розрядів: 10 з 12 (поле «поріг» замінено на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41141"/>
            <a:ext cx="60350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2581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а на 50 розрядах поріг задає один тихий розряд (див. розділ 5); тому наведено ROC AUC.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C241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 на 40 розрядах з автокеруванням і без нього (−55 %)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743200"/>
            <a:ext cx="4709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Контур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діагностики, модель тривоги, ImpactNet, порадник, зміна уставок; цикл 5 мс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Атрибуція, 200 розрядів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механізм визначено в 34 з 49 зривів (69 %): Грінвальд 16 з 16, радіація 14 з 17, кінк 4 з 16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Обмеження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рушій без шуму діагностик; частку кінку (q95) недооцінено: 18 % проти 32 %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Наступні кроки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вимірювальний тракт toksym у fusion-sim, калібрування q95, оцінка ціни керування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5623560"/>
            <a:ext cx="4709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 і керування актуаторами з моделі)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Замкнений контур керування в симуляторі зменшує кількість зривів з 11 до 5 на 40 розрядах; потрібна перевірка з шумом діагностик на більшій вибірці.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Додаток А.7 ImpactNet у симуляторі fusion-sim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3264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3209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44806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ImpactNet у симуляторі fusion-sim, пробний прогін 50 розрядів (поле «поріг» замінено на ROC AUC;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38582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0022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100 діагностик, маски відмов, 18 фізичних величин; згортки, GRU, фізичне апріорі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200 розрядів: механізм визначено в 34 з 49 зривів; Грінвальд 16 з 16, радіація 14 з 17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кінк 4 з 16: частку q95 недооцінено (32 % → 18 %); на toksym 49 з 49, тож причина в зсуві рушія, потрібне калібрування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Показники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20848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механізм, 200 розрядів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34 з 49 (69 %)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механізм, 50 розрядів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10 з 12 (83 %)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вчасно, 0,1 с, 200 розрядів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51,0 %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 (50 розрядів)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механізм, toksym (тест)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