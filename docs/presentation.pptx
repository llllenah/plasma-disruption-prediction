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Перевірено вісім гіпотез, шість підтверджено. H4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 H7 спростована фізичним аналізом: швидкі магнітні сигнали запізнюються, тому раннє попередження спирається на межі. H8 — головний результат: знаючи причину, система сама змінює уставки і відвертає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не залежать від цільової змінної: модель не бачить ні заздалегідь відомих результатів, ні майбутнього розряду.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Сканування струму і уставки густини (91 розряд). При малому струмі домінує межа Грінвальда, при великому — низький q95 (кінк); між ними вікно низького ризику. За густиною λ зростає на два порядки, коли f_GW підходить до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Перевірка, чи можна ловити зрив швидкими магнітними сигналами dB/dt, dIₚ/dt і зондами Мірнова. Камера JET діє як фільтр із постійною часу 4–5,5 мс і послаблює магнітні імпульси в 1,3–2,5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Гіпотеза: числова похідна струму як ранній маркер. Перевірка на розряді 5: за 300 мс до гасіння похідна не перетинає поріг; термічне гасіння передує гасінню струму, струм утримує індуктивність плазми. Тригер запізнюється або пропускає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Розряд 27: проста сума котушок Мірнова гаситься взаємно, просторовий RMS показує наростання лише за 50–90 мс до гасіння, а одиночні сплески — це ELM, які дають хибні тривоги. Звідси наш дизайн: МГД-сигнали — лише для передвісника, раннє попередження — за межами f_GW, q95, βN, P_rad/P_in.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Підсумок фізичного аналізу: які евристики не спрацювали і які рішення лягли в основу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Ланцюг «побачити → пояснити → виправити»: v8 дає тривогу, ImpactNet — ризик і причину, учень fixer вибирає одну з 8 дій. 100 нових розрядів, однакових у всіх режимах. Без керування 31 зрив, якому можна запобігти; порадник на правилах — 21; вчитель на копії рушія — 5; учень, який бачить лише прилади, — теж 5. Учень зрівнявся з ідеальним двійником. Жодного розряду не зіпсовано: 26 врятовано, 0 зіпсовано, p = 3·10⁻⁸. Енергія плазми не впала. Спонтанні зриви, 8–9 зі 100, не відверне ніхто; без них 95 % розрядів без зриву проти 69 %.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Вчитель кожні 0,25 с копіює стан рушія разом з генератором випадкових чисел і програє 8 дій на 1 с уперед, рахуючи ймовірність зриву і втрату продуктивності; вибирає найдешевшу. Копія знає розклад машини, як його знає система керування, але не бачить незапланованих збурень газу. Копія знає прихований стан, тому вчитель — лише верхня межа. Учень — 16 регресорів градієнтного бустингу — вчиться передбачати оцінки вчителя для кожної дії лише з приладів, виходів ImpactNet і поточних множників уставок; плюс один раунд DAgger. На нових розрядах учень дорівнює вчителю.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заліку 0,924 проти 0,765 у базового рішення. ImpactNet визначає механізм зриву: 49 з 49. У замкненому контурі учень, що бачить лише прилади, зменшує кількість зривів, яким можна запобігти, з 31 до 5 без втрати продуктивності;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і запобігання зривам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Система передбачає зрив, визначає його причину і сама підбирає уставки плазми так, щоб зриву не сталося: відвернуто 26 з 31 зриву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469086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Межі Грінвальда і low-q конкурують: існує вікно струму з мінімальним ризиком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мінімум λ при Iₚ ≈ 2,6–3,6 МА (сканування 91 розряду, розд. 10.1)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Швидкі магнітні сигнали (dIₚ/dt, котушки Мірнова) дають раннє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МГД-сигнали ростуть лише за 50–90 мс до гасіння (розд. 10.3–10.4)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Знаючи причину зриву, можна вчасно змінити уставки і запобігти зриву без втрати продуктивності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31 → 5 зривів на 100 нових розрядах, енергія без змін (розд. 13)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гарантія повної незалежності ознак від цільової змінної під час навчання, що виключає використання заздалегідь відомих результатів або майбутніх контекстів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90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24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Physics: 25,4 % вчасно, пропущено 6 (поле «поріг» замінено на ROC AUC; ROC AUC валідаційна, по кроках)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727792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55224"/>
            <a:ext cx="5486400" cy="90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8225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Dynamics: 34,9 % вчасно, пропущено 9 (поле «поріг» замінено на ROC AUC; ROC AUC валідаційна, по кроках)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202857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30289"/>
            <a:ext cx="5486400" cy="908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19329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Formula: 25,4 % вчасно, пропущено 5 (поле «поріг» замінено на ROC AUC; ROC AUC валідаційна, по кроках)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87066"/>
            <a:ext cx="5486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77850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Показники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069080"/>
          <a:ext cx="4343400" cy="694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v6: 63,5 %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37242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64674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3106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v6b: 57,1 % вчасно на спільній вибірці, пропущено 1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4844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628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220438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7870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8359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clean_big, запас 0,1 с: 63,5 % вчасно,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63885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1317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904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clean_big, запас 30 мс: 96,8 % вчасно, пропущено 0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84186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75626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7.6 Ансамбль ens5: відхилено через затримку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ens5: 60,3 %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73029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4469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681874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49899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детектор передвісника разом з раннім попередженням кращий за одну модель — підтверджено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Структурна схема моделі раннього попередження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074712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8918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для прогнозу не потрібні ні формули шпаргалки, ні мітка сценарію — підтверджено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Групи ознак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Простими словами: що ближче параметр до своєї межі, то більший ризик rᵢ; λ — сумарна інтенсивність зриву, 1/с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Операційні межі та керувальні впливи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606040"/>
          <a:ext cx="11109960" cy="2560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4924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10.1 Фізичні драйвери: конкуренція меж Грінвальда і low-q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985455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80257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межі Грінвальда і low-q конкурують, існує вікно струму з мінімальним ризиком — підтверджено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7735824" cy="39667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680960" cy="39119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3781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Сканування струму Iₚ і уставки густини (91 розряд): A — ризики r_GW і r_q від Iₚ; B — λ від Iₚ; C — f_GW і r_GW від густини; D — λ від густини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280160"/>
            <a:ext cx="306324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1371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λ = 1 − Πᵢ (1 − rᵢ³)(1 − r_lm)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= n̄ₑ / n_GW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∝ n̄ₑ / Iₚ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08960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Струм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малий Iₚ — межа Грінвальда, великий — low-q (кінк); між ними вікно низького ризику ≈ 2,6–3,6 МА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Густина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коли f_GW підходить до 1, λ зростає на два порядки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межі конкурують: зниження одного ризику підвищує інший, тому керування має знати механізм — це перевіряємо в розділі 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10.2 Екранування камери і швидкі магнітні тригери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Постійна часу камери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τ_w = L_v / R_v ≈ 4–5,5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Оцінка для JET, камера якого має високоомні сильфони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Коефіцієнт екранування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S = (dB/dt)max без камери / (dB/dt)max з камерою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S ≈ 1,3–2,5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Фільтр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камера діє як згладжувальний фільтр із затримкою близько 5 мс і розтягує магнітні імпульси в часі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Наслідок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швидкі магнітні похідні приходять до приладів ослабленими і запізнілими — це перевіряють наступні два слайди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10.3 Гіпотеза швидкого тригера dIₚ/dt та її перевірка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6012180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293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Гіпотеза: швидка похідна струму dIₚ/dt дає раннє попередження — спростовано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5910975" cy="462686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dip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856111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97880"/>
            <a:ext cx="58561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Перевірка магнітного тригера на розряді 5: Iₚ, dIₚ/dt з порогом −10 МА/с і сигнал тривоги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1951" y="1371600"/>
            <a:ext cx="475092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Гіпотеза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D_I(t) = (Iₚ(t) − Iₚ(t − Δt)) / Δt на кожному кроці (Δt = 5 мс); тривога при D_I &lt; −10 МА/с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Фізика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термічне гасіння t_Q передує гасінню струму: у момент t_Q струм ще утримує індуктивність плазми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у заліковому вікні 300 мс поріг не перетнуто: тригер запізнюється або пропускає зрив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dIₚ/dt як тригер раннього попередження відкинуто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10.4 Спростування гіпотези: зонди Мірнова і пастка 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5177332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994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Гіпотеза: котушки Мірнова дають раннє попередження — спростовано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7644384" cy="377404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mirn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719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45063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Розряд 27: Iₚ, сигнал котушок Мірнова (проста сума і просторовий RMS), детектор замкненої моди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Сума каналів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ΣBᵢ гаситься взаємно: моди компенсують одна одну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Просторовий RMS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R(t) = √(⅛ ΣBᵢ²) показує наростання лише за 50–90 мс до t_Q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Пастка ELM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одиночні сплески — ELM; стаціонарний поріг дає хибні тривоги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У моделі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МГД — лише для передвісника (голова A); раннє попередження (голова B) — за межами f_GW, q95, βN, P_rad/P_in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10.5 Фізичний аналіз: що відкинуто і що впроваджено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Невдалі евристики і впроваджені рішення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категорія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відкинуто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впроваджено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магнітні похідні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поріг за dIₚ/dt або dB_p/dt: запізнюється, виникає лише на гасінні струму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контроль запізнення; відмова від dIₚ/dt як тригера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котушки Мірнова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скалярна сума каналів ΣBᵢ: взаємне гасіння мод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просторовий RMS √(⅛ ΣBᵢ²), фур'є-моди, крос-кореляція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300 мс лише з МГД-каналів: вони ростуть лише за 50–90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балансні параметри для раннього вікна 300–1000 мс: f_GW, q95, βN, болометрія P_rad/P_in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обробка сигналів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непричинні фільтри і стаціонарні амплітудні пороги: хибні тривоги через ELM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суворо причинні ковзні вікна, тренди похідних, аналіз стійких сплесків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валідація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випадкове розбиття рядків: витік даних між сусідніми кадрами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розбиття строго за розрядами (GroupKFold за shot_id), контроль lead time і хибних тривог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8744407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61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Гіпотези: точної λ достатньо для тривоги — спростовано; фізичне апріорі дає причину без розмітки — підтверджено</a:t>
            </a:r>
          </a:p>
        </p:txBody>
      </p:sp>
      <p:pic>
        <p:nvPicPr>
          <p:cNvPr id="6" name="Picture 5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21 – Об'єм як сигнал тривоги на 200 тестових розрядах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14 – Атрибуція механізмів залежно від способу навчання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Запобігання зриву: система сама підбирає уставки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302398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11951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знаючи причину зриву, можна вчасно змінити уставки і запобігти йому — підтверджено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109960" cy="73152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89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Не лише прогноз.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Кожні 0,25 с модель сама вирішує, що змінити — густину, неон, струм чи нагрів, — і зрив не стається: 26 з 31 відвернуто, енергія плазми без втрат.</a:t>
            </a:r>
          </a:p>
        </p:txBody>
      </p:sp>
      <p:pic>
        <p:nvPicPr>
          <p:cNvPr id="8" name="Picture 7" descr="fix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7406640" cy="30440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284290"/>
            <a:ext cx="7406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22 – Керування в симуляторі fusion-sim: 100 нових розрядів (seed 2000), однакові в усіх режимах; за звітом fusionsim teach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31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зривів, яким можна запобігти: без керування → з моделлю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291840"/>
            <a:ext cx="3383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Ланцюг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v8 (коли) → ImpactNet (чому) → учень (що змінити): 8 дій, кожні 0,25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Без шкоди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врятовано 26, зіпсовано 0 (тест Мак-Немара, p = 3·10⁻⁸); енергія W 2,371 → 2,374 МДж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Межа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спонтанні зриви (8–9 зі 100) не відверне ніхто; без них 95 % розрядів без зриву проти 69 %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toksym, fixer, вчителя й учня). Довірчий інтервал на 100 розрядах ±9 п. п.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Як навчено керування: вчитель на копії рушія і учень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Копія стану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рушій + генератор випадковості; розклад машини за планом, газ на поточному рівні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8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Iₚ −10 %; нагрів ±20 %; повернути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крок 20 мс; P = 1 − e^(−∫λdt) і втрата продуктивності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Найдешевша дія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J = P + α · втрата; множники на програму, розряд іде далі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23 – Вчитель: прогнозне керування на копії рушія (бачить прихований стан, тому це верхня межа)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15 – Учень і його навчання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566160"/>
          <a:ext cx="566928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434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16 регресорів HGB: P(зрив за 1 с) і втрата для кожної з 8 дій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ознаки (56)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λ, ризики й частки ImpactNet; f_GW, q95, P_rad/P_in, βN з приладів; 16 каналів; множники; тренди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заборонено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справжня λ рушія, внутрішні змінні, майбутнє програми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дані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300 розрядів вчителя (seed 1000) + розряди без керування + 1 раунд DAgger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перевірка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100 нових розрядів (seed 2000), ті самі в усіх режимах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20040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плазма відповідає на уставку за 0,3–0,5 с, а тривога на кінкових розрядах — за 5–75 мс; копія бачить наслідки дії на 1 с уперед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Чесний вчитель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газ у копії на поточному рівні: незаплановані збурення не видно, інакше учень не зміг би навчитися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Швидкість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рішення ≈ 17 мс (9 копій × 50 кроків); у браузері — по одній дії на кадр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учень = вчитель: 5 зривів зі 31; з копії на машину переноситься саме учень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29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24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Система в реальному часі передбачає зрив, визначає причину і сама підбирає уставки: 26 з 31 зриву відвернуто на 100 нових розрядах без втрати енергії плазми.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сценарію: об'єм заліку 0,924 (базове рішення 0,765).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