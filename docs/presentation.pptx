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Задача організаторів: за 100 приладами токамака в реальному часі передбачити зрив плазми. Ми зробили модель тривоги без формул і без підказок, нейромережу ImpactNet, яка пояснює причину, і перевірили все в симуляторі з автокеруванням.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Кожні 5 мс модель отримує 100 приладів і видає ймовірність зриву, лише з минулого. Залік вважає зрив спійманим, якщо тривога прийшла щонайменше за lead до гасіння; поріг підбирається так, щоб хибних тривог на тихих розрядах було не більше бюджету. На скриншоті — як залік показує кожен розряд: заливка — бігучий максимум p, червона риска — гасіння, кольорова — тривога. Головна метрика — об'єм: середнє по всіх запасах і бюджетах.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Бейзлайн організаторів — поріг на частці межі Грінвальда плюс locked mode: об'єм 0,765, при 30 мс і 3 % хибних ловить 59 %. Наша фінальна модель без формул шпаргалки і без мітки сценарію — 0,924 і 98 % при 30 мс. Офіційний залік на 4 наборах, 747 розрядів, 228 зривів.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Шлях: моделі з фізикою і міткою сценарію давали до 0,944. Тімейт помітив, що мітка сценарію — підказка симулятора: scen_none гарантує, що зриву не буде. Ми прибрали формули шпаргалки і сценарій — 0,914, потім більше даних — 0,924. Ще більше даних і ансамбль дали 0,930, але ансамбль на ноутбуці робить крок 3 мс і кожен шостий крок не вкладається в 5 мс — тому здаємо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Усі моделі прогнані в інтерфейсі організаторів на однакових 200 розрядах, запас 0,1 с, 5 % хибних. XGBoost без пам'яті — на фізичних ознаках і формулах — 25 %, з динамікою 35 %, і пропускає 5–9 зривів зовсім. Наші моделі з пам'яттю на трьох масштабах і детектором передвісника — 60–67 % і 0–1 пропущених. Медіана попередження в нас 1,2–1,4 с проти 0,7–0,9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Ліворуч — скриншот XGBoost з динамікою: 22 спіймано, 32 пізно, 9 пропущено, поріг 0,743. Праворуч — наша здача на тих самих розрядах: 0,1 с — 63,5 %, медіана попередження 1,4 с, пропущених нуль; при 30 мс — 96,8 %.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 XGBoost поріг 0,74, у нас 0,23 — це не означає, що хтось кращий: залік сам підбирає поріг під бюджет хибних тривог, а абсолютна шкала ймовірностей у моделей різна. Значення має лише, як модель розділяє зривні й тихі розряди. Тому журі може поставити будь-які запас і бюджет — модель перенавчати не треба. Теплокарта — частка спійманих вчасно для нашої здачі: до 30 мс — 98–100 %, для уникнення зриву при 10–15 % хибних — 67–82 %.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Реальний розряд з тестового набору, сценарій density. Зверху — p нашої моделі тривоги: перетинає поріг за 1,24 с до гасіння. Знизу — ImpactNet: щойно ризик стає помітним, 98–100 % припадає на межу Грінвальда, і λ мережі збігається зі справжньою λ симулятора, яку мережа ніколи не бачила.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онлайн: згладжування на трьох масштабах, тренди, детектор передвісника на сідловій петлі й Мірнові, команди актуаторів. Голова A — «зрив ≤ 0,1 с», голова B — «≤ 4,5 с». Максимум, нуль на спаді струму, згладжування, бігучий максимум. Дерева в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λ = 1 − добуток (1 − rᵢ³): rᵢ — м'який поріг відстані до межі Грінвальда, кінку за q95, радіаційного колапсу і Тройона. Кожну межу можна відсунути актуатором, але дії конфліктують: струм тягне в обидва боки. Густина реагує за 0,3 с, неон — за 0,5 с, тож керувати треба завчасно.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Рівно 5 вихідних нейронів — Грінвальд, q95, радіація, Тройон, інші. Кожен — формула ризику симулятора плюс поправка мережі, тому частки складаються рівно в 100 %, а загальний ризик — та сама λ. Згортки бачать 155 мс, GRU дає пам'ять. Мітки — справжній ризик зі стану плазми, на вхід лише 100 приладів. 49 з 49 причин, R² 0,996, 0,6 мс.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ImpactNet як будильник дає 0,77, але й справжня λ симулятора — лише 0,78: зрив — кидок кубика, тихі розряди теж підходять до межі. Тому «коли» — модель тривоги, «чому» — ImpactNet. І на справжньому реакторі λ ніхто не знає: ми навчили мережу лише з моментів зривів — 49 з 49 причин, але тільки з фізичним априорі; без нього 41.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fusion-sim: модель під'єднана до розряду, панель показує ймовірність і частки механізмів, порадник пропонує дію, автокерування виконує її, коли p вище порогу. На скриншоті — v8 на новому рушії: поведінка та сама, пропущених 0. Замкнений контур на 40 розрядах: 11 зривів без керування, 5 з керуванням. Чесно: 40 розрядів і канали без шуму — наступний крок 200 розрядів і ціна керування.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тривоги без формул і підказок: 0,924 проти 0,765, 98 % за 30 мс. ImpactNet пояснює причину: 49 з 49. Симулятор з порадником удвічі зменшує зриви. Далі: контур на більшій вибірці і з шумом, ціна керування, довчання на реальних даних. Код і звіти — на GitHub. Дякуємо!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ХАКАТОН ФМФ КПІ · 9–11 ЖОВТНЯ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5156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0F172A"/>
                </a:solidFill>
                <a:latin typeface="Arial"/>
              </a:rPr>
              <a:t>Передбачаємо, пояснюємо і запобігаємо зриву плазми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2900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475569"/>
                </a:solidFill>
                <a:latin typeface="Arial"/>
              </a:rPr>
              <a:t>Модель тривоги в реальному часі · нейромережа причин ImpactNet · замкнений контур керування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3484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59577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0,924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об'єм заліку (бейзлайн 0,765)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443484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459577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98 %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зривів спіймано за 30 мс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443484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459577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49 / 49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причин зривів названо вірно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443484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8864" y="4595774"/>
            <a:ext cx="220370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A58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зривів з автокеруванням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Дмитрій Почко · Олександр Чорій · Ілля Симоненко · Олена Сергієнко · Софія Щербина · 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Побачити зрив раніше — і не лякати тихі розряди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2/14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4480560" cy="93268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15414"/>
            <a:ext cx="4078224" cy="610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100 приладів кожні 5 мс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магнітні, інтерферометр, ECE, болометри, SXR, газ, нагрів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33472"/>
            <a:ext cx="4480560" cy="93268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94406"/>
            <a:ext cx="4078224" cy="610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Лише минуле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модель працює онлайн, крок має вкластися в 5 мс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12463"/>
            <a:ext cx="4480560" cy="93268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873398"/>
            <a:ext cx="4078224" cy="610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Тривога ≥ lead до гасіння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поріг підбирає залік під бюджет хибних тривог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91456"/>
            <a:ext cx="4480560" cy="93268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952390"/>
            <a:ext cx="4078224" cy="610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Метрика — об'єм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середня якість по всіх запасах (10 мс…1 с) і бюджетах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58384" y="1517904"/>
            <a:ext cx="6336792" cy="279025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554480"/>
            <a:ext cx="6263640" cy="27171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363024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Test Run організаторів: рядок = розряд; заливка — p моделі, червона риска — гасіння, кольорова — тривога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БЕЙЗЛАЙН ПРОТИ НАС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0,765 → 0,924: без жодної формули і без підказок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3/14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120640" cy="3931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73936"/>
            <a:ext cx="4572000" cy="3493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A580C"/>
                </a:solidFill>
                <a:latin typeface="Arial"/>
              </a:rPr>
              <a:t>Бейзлайн організаторів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EA580C"/>
                </a:solidFill>
                <a:latin typeface="Arial"/>
              </a:rPr>
              <a:t>0,765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об'єм заліку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EA580C"/>
                </a:solidFill>
                <a:latin typeface="Arial"/>
              </a:rPr>
              <a:t>59 %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зривів за 30 мс при 3 % хибних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Поріг на f_GW + сигнал locked mode: одна величина, без пам'яті; шум приладів смикає поріг; зриви від q95 і радіації майже не бачить.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554480"/>
            <a:ext cx="5623560" cy="3931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1773936"/>
            <a:ext cx="5074920" cy="3493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059669"/>
                </a:solidFill>
                <a:latin typeface="Arial"/>
              </a:rPr>
              <a:t>Наша модель тривоги (здача)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59669"/>
                </a:solidFill>
                <a:latin typeface="Arial"/>
              </a:rPr>
              <a:t>0,924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об'єм заліку  (+0,159)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059669"/>
                </a:solidFill>
                <a:latin typeface="Arial"/>
              </a:rPr>
              <a:t>98,2 %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зривів за 30 мс при 5 % хибних (224 / 228)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F172A"/>
                </a:solidFill>
                <a:latin typeface="Arial"/>
              </a:rPr>
              <a:t>Без формул шпаргалки, без мітки сценарію; крок 0,9 мс на ноутбуці; по наборах 100 / 96,7 / 98,1 / 98,2 %.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Офіційний toksym score: сиди 1, 1 shift, 20261001, 42 · 747 розрядів · 228 зривів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Arial"/>
              </a:rPr>
              <a:t>ЕВОЛЮЦІЯ МОДЕЛЕЙ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Що ми пробували і чому здаємо clean_big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4/14</a:t>
            </a:r>
          </a:p>
        </p:txBody>
      </p:sp>
      <p:pic>
        <p:nvPicPr>
          <p:cNvPr id="6" name="Picture 5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680960" cy="337496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29844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50808" y="1623974"/>
            <a:ext cx="2706624" cy="976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Arial"/>
              </a:rPr>
              <a:t>Фізика + сценарій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v6 / v8: 0,937–0,944, але формули шпаргалки й мітка сценарію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926080"/>
            <a:ext cx="3108960" cy="129844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50808" y="3087014"/>
            <a:ext cx="2706624" cy="976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Arial"/>
              </a:rPr>
              <a:t>Без підказок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clean: 0,914 → +дані 0,924 (P = 0,97, парний бутстреп)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4389120"/>
            <a:ext cx="3108960" cy="1298448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50808" y="4550054"/>
            <a:ext cx="2706624" cy="976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Відкинули ансамбль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0,930, але 3 мс/крок і 16 % кроків &gt; 5 мс на ноутбуці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Об'єм офіційного заліку на тих самих 4 наборах · правило «беремо, якщо P &gt; 0,9» зафіксоване наперед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ГЕНЕРАЦІЇ: ОДНІ Й ТІ САМІ 200 РОЗРЯДІВ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Пам'ять у часі важить більше, ніж фізичні ознаки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5/14</a:t>
            </a:r>
          </a:p>
        </p:txBody>
      </p:sp>
      <p:pic>
        <p:nvPicPr>
          <p:cNvPr id="6" name="Picture 5" descr="ui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365260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0" y="1508760"/>
          <a:ext cx="2971800" cy="2514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822960"/>
                <a:gridCol w="8229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F46E5"/>
                          </a:solidFill>
                          <a:latin typeface="Arial"/>
                        </a:rPr>
                        <a:t>наші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спіймано вчасно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25–35 %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57–67 %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пропущено зовсім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5–9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0–1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медіана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0,67–0,90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0,94–1,42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поріг p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0,73–0,76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0,23–0,42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686800" y="4251960"/>
            <a:ext cx="297180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4412894"/>
            <a:ext cx="2569464" cy="127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Висновок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головне — історія сигналу (EMA, тренди, передвісник), а не фізичні формули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Test Run: 200 розрядів, 75 зривів (12 спонтанних виключено) · запас 0,1 с · бюджет 5 % · XGBoost — моделі Діми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ЩО МИ БАЧИЛИ В ГЕНЕРАЦІЯХ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Ті самі розряди: XGBoost пізно, наша модель — за 1,4 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6/14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26464"/>
            <a:ext cx="5833872" cy="3558519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i_xgb_dynam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760720" cy="34853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1559"/>
            <a:ext cx="5760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XGBoost + динаміка · 0,1 с: 22 вчасно, 32 пізно, 9 пропущено</a:t>
            </a:r>
          </a:p>
        </p:txBody>
      </p:sp>
      <p:sp>
        <p:nvSpPr>
          <p:cNvPr id="9" name="Rectangle 8"/>
          <p:cNvSpPr/>
          <p:nvPr/>
        </p:nvSpPr>
        <p:spPr>
          <a:xfrm>
            <a:off x="6592824" y="1426464"/>
            <a:ext cx="5102352" cy="72713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clean_big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6539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9400" y="219017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наша здача clean_big · 0,1 с: 40 вчасно, 23 пізно, 0 пропущено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92824" y="2583364"/>
            <a:ext cx="5102352" cy="72713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clean_big_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619940"/>
            <a:ext cx="5029200" cy="6539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9400" y="33196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наша здача clean_big · 30 мс: 61 вчасно, 2 пізно, 0 пропущено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776840"/>
            <a:ext cx="5029200" cy="1828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3937774"/>
            <a:ext cx="4626864" cy="1506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Різниця на тих самих розрядах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XGBoost: 9 зривів не помічено зовсім, тривога в середньому за 0,9 с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59669"/>
                </a:solidFill>
                <a:latin typeface="Arial"/>
              </a:rPr>
              <a:t>наша модель: пропущених 0, тривога в середньому за 1,4 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ПОРІГ — НЕ НАЛАШТУВАННЯ МОДЕЛІ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Поріг — не міра якості моделі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7/14</a:t>
            </a:r>
          </a:p>
        </p:txBody>
      </p:sp>
      <p:pic>
        <p:nvPicPr>
          <p:cNvPr id="6" name="Picture 5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580972" cy="4526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463040"/>
            <a:ext cx="41148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4968" y="1623974"/>
            <a:ext cx="3712463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569"/>
                </a:solidFill>
                <a:latin typeface="Arial"/>
              </a:rPr>
              <a:t>Поріг 0,74 vs 0,23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різна шкала ймовірностей у моделей — поріг не міра якості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926080"/>
            <a:ext cx="41148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44968" y="3087014"/>
            <a:ext cx="3712463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59669"/>
                </a:solidFill>
                <a:latin typeface="Arial"/>
              </a:rPr>
              <a:t>Пом'якшення зриву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запас 10–30 мс при 5 % хибних: 98–99 % вчасно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4389120"/>
            <a:ext cx="41148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4550054"/>
            <a:ext cx="3712463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Уникнення зриву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запас 0,3 с при 10–15 % хибних: 67–82 % вчасно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Частка зривів, спійманих вчасно · фінальна здача · 4 офіційні набори (toksym rescore)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РЕАЛЬНИЙ РОЗРЯД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Тривога за 1,24 с — і названа причина: густина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8/14</a:t>
            </a:r>
          </a:p>
        </p:txBody>
      </p:sp>
      <p:pic>
        <p:nvPicPr>
          <p:cNvPr id="6" name="Picture 5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8138160" cy="40635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06840" y="146304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8008" y="1623974"/>
            <a:ext cx="2249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тривога до гасіння
(поріг під 5 % хибних)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40" y="2944368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08008" y="3105302"/>
            <a:ext cx="2249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A580C"/>
                </a:solidFill>
                <a:latin typeface="Arial"/>
              </a:rPr>
              <a:t>Грінвальд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98–100 % ризику —
зрив від густини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4425696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08008" y="4586630"/>
            <a:ext cx="2249424" cy="1004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λ мережі = справжня λ
у момент зриву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Розряд 5 тестового набору r508 (сценарій density) · модель тривоги clean_big · ImpactNet · справжня λ — з істинного стану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РІШЕННЯ 1 · МОДЕЛЬ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Дві голови: передвісник і рання тривога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9/14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1965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8600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891B2"/>
                </a:solidFill>
                <a:latin typeface="Arial"/>
              </a:rPr>
              <a:t>100 приладів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кожні 5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2194560"/>
            <a:ext cx="19659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228600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Онлайн-ознаки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EMA 50 мс / 250 мс / 1 с,
тренди, передвісник,
актуатори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0320" y="306324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047488" y="306324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0" y="1691640"/>
            <a:ext cx="2286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76479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Arial"/>
              </a:rPr>
              <a:t>Голова A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«зрив ≤ 0,1 с»
передвісник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520440"/>
            <a:ext cx="2286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59359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Arial"/>
              </a:rPr>
              <a:t>Голова B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«зрив ≤ 4,5 с»
рання тривога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306324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2194560"/>
            <a:ext cx="3246120" cy="20116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228600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A58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0 на запланованому спаді струму
→ згладжування → бігучий максимум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891B2"/>
                </a:solidFill>
                <a:latin typeface="Arial"/>
              </a:rPr>
              <a:t>лише numpy · 0,9 мс/крок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64992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64992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4 500 розрядів, поділ за сидами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без формул шпаргалки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5120640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5120640"/>
            <a:ext cx="26517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D97706"/>
                </a:solidFill>
                <a:latin typeface="Arial"/>
              </a:rPr>
              <a:t>ФІЗИКА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Зрив — кубик від чотирьох операційних меж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10/14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109960" cy="685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23974"/>
            <a:ext cx="10707624" cy="363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7706"/>
                </a:solidFill>
                <a:latin typeface="Arial"/>
              </a:rPr>
              <a:t>λ = 1 − Π(1 − rᵢ³)·(1 − r_lm),   </a:t>
            </a:r>
            <a:r>
              <a:rPr sz="1400" b="0">
                <a:solidFill>
                  <a:srgbClr val="475569"/>
                </a:solidFill>
                <a:latin typeface="Arial"/>
              </a:rPr>
              <a:t>rᵢ = σ((xᵢ − cᵢ)/wᵢ): далеко від межі ≈ 0, на межі 0,5, за межею → 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377440"/>
          <a:ext cx="1110996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329184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драйвер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що зменшує ризик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ціна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Грінвальд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наближає кінк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наближає Грінвальда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піднімає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Тройон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менше утримання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D97706"/>
                </a:solidFill>
                <a:latin typeface="Arial"/>
              </a:rPr>
              <a:t>Iₚ тягне в обидва боки</a:t>
            </a:r>
            <a:r>
              <a:rPr sz="1400" b="0">
                <a:solidFill>
                  <a:srgbClr val="475569"/>
                </a:solidFill>
                <a:latin typeface="Arial"/>
              </a:rPr>
              <a:t> · густина реагує за ~0,3 с · неон накопичується за ~0,5 с — керувати треба завчасно, а не в момент тривоги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РІШЕННЯ 2 · IMPACTNET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ImpactNet називає причину кожного зриву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11/14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891B2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100 приладів
+ маски відмов
+ 18 фіз. величин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30552" y="233172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774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4F46E5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59352" y="233172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788152" y="233172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1600200"/>
            <a:ext cx="1554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164592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EA58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+ фізичне
априорі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Грінвальд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84248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84248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q95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9856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радіація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55464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55464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Тройон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91072" y="3611880"/>
            <a:ext cx="1325880" cy="4114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3611880"/>
            <a:ext cx="1325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інші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51960"/>
            <a:ext cx="7040880" cy="16002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412894"/>
            <a:ext cx="6638544" cy="12783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Arial"/>
              </a:rPr>
              <a:t>частки = 100·Cₖ / ΣC,  Cₖ = −ln(1 − rₖᵖ)  →  сума рівно 100 %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F172A"/>
                </a:solidFill>
                <a:latin typeface="Arial"/>
              </a:rPr>
              <a:t>ризик λ = 1 − e^(−ΣC)  —  та сама формула, що в симуляторі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Arial"/>
              </a:rPr>
              <a:t>P(зрив за h с) = 1 − e^(−λh)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01000" y="1600200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1761134"/>
            <a:ext cx="3255264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49 / 49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головна причина в момент зриву
(20 Грінвальд, 15 q95, 14 радіація)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3035808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3196742"/>
            <a:ext cx="3255264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R² загального ризику 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471416"/>
            <a:ext cx="3657600" cy="1280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8" y="4632350"/>
            <a:ext cx="3255264" cy="958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0891B2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крок на ноутбуці, лише numpy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200 тестових розрядів, яких мережа не бачила · порівняння архітектур: GRU ≈ LSTM ≈ TCN &gt; без пам'яті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ГОЛОВНИЙ ІНСАЙТ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Точна λ не попереджає: потрібні дві моделі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12/14</a:t>
            </a:r>
          </a:p>
        </p:txBody>
      </p:sp>
      <p:pic>
        <p:nvPicPr>
          <p:cNvPr id="6" name="Picture 5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5394960" cy="401682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463040"/>
            <a:ext cx="5303520" cy="14173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6248" y="1623974"/>
            <a:ext cx="4901183" cy="10954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Дві ролі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«коли» — модель тривоги: бачить передвісник після кидка кубика
«чому» — ImpactNet: розкладає ризик на механізми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55080" y="3108960"/>
          <a:ext cx="5303520" cy="2121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1188720"/>
                <a:gridCol w="109728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навчання ImpactNet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причин
вгадано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 (основна)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/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 + априорі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/ 49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априорі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/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55080" y="53492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Як на справжньому реакторі: λ невідома, є лише моменти зривів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35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Об'єм як сигналізація, ті самі 200 тестових розрядів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EA580C"/>
                </a:solidFill>
                <a:latin typeface="Arial"/>
              </a:rPr>
              <a:t>СИМУЛЯТОР З КЕРУВАННЯМ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Модель сама керує розрядом: зривів удвічі менше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13/14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3" y="1426464"/>
            <a:ext cx="5742432" cy="155820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i_v8_new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14850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02124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Arial"/>
              </a:rPr>
              <a:t>v8 на новому рушії fusion-sim · 0,1 с: 25 вчасно, 24 пізно, 0 пропущено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703320"/>
          <a:ext cx="566928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402336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загроза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F46E5"/>
                          </a:solidFill>
                          <a:latin typeface="Arial"/>
                        </a:rPr>
                        <a:t>дія порадника</a:t>
                      </a:r>
                    </a:p>
                  </a:txBody>
                  <a:tcPr marL="91440" marR="91440" marT="27432" marB="27432" anchor="ctr">
                    <a:solidFill>
                      <a:srgbClr val="EEF2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Грінвальд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густина × 0,85; D₂ × 0,5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Iₚ до q95 ≈ 3 (≥ 1 МА)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NBI + 5 МВт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Тройон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NBI × 0,8</a:t>
                      </a:r>
                    </a:p>
                  </a:txBody>
                  <a:tcPr marL="91440" marR="91440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0" y="1463040"/>
            <a:ext cx="5074920" cy="23774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682496"/>
            <a:ext cx="452628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EA580C"/>
                </a:solidFill>
                <a:latin typeface="Arial"/>
              </a:rPr>
              <a:t>11 → 5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зривів на 40 розрядах (−55 %)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ті самі розряди без керування і з ним · v8 · поріг 0,25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4069080"/>
            <a:ext cx="5074920" cy="178308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4230014"/>
            <a:ext cx="4672583" cy="14612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Цикл кожні 5 мс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прилади → тривога (модель) → причина (ImpactNet) → дія (порадник) → плазма реагує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7706"/>
                </a:solidFill>
                <a:latin typeface="Arial"/>
              </a:rPr>
              <a:t>попередньо: 40 розрядів, канали без шуму; далі — 200 розрядів і ціна керування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Arial"/>
              </a:rPr>
              <a:t>ПІДСУМОК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Коли, чому і що робити — у реальному часі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Передбачення зриву плазми · ФМФ КПІ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Arial"/>
              </a:rPr>
              <a:t>14/14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69694"/>
            <a:ext cx="2157984" cy="1506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Arial"/>
              </a:rPr>
              <a:t>0,924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Коли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модель тривоги без формул і підказок; 98 % зривів за 30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50876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69694"/>
            <a:ext cx="2157984" cy="1506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7C3AED"/>
                </a:solidFill>
                <a:latin typeface="Arial"/>
              </a:rPr>
              <a:t>49 / 49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Чому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ImpactNet: частки 5 механізмів, та сама λ, що в симуляторі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50876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669694"/>
            <a:ext cx="2157984" cy="1506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EA580C"/>
                </a:solidFill>
                <a:latin typeface="Arial"/>
              </a:rPr>
              <a:t>11 → 5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Що робити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порадник і автокерування в замкненому контурі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8046720" cy="1188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772814"/>
            <a:ext cx="7644384" cy="8668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97706"/>
                </a:solidFill>
                <a:latin typeface="Arial"/>
              </a:rPr>
              <a:t>Далі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569"/>
                </a:solidFill>
                <a:latin typeface="Arial"/>
              </a:rPr>
              <a:t>контур на 200+ розрядах і з шумом приладів · ціна керування (струм, енергія) · довчання ImpactNet лише з моментів зривів на реальних даних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50876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645920"/>
            <a:ext cx="2468880" cy="2468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03920" y="438912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4F46E5"/>
                </a:solidFill>
                <a:latin typeface="Arial"/>
              </a:rPr>
              <a:t>github.com/llllenah/plasma-disruption-prediction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059669"/>
                </a:solidFill>
                <a:latin typeface="Arial"/>
              </a:rPr>
              <a:t>Дякуємо! Питання?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