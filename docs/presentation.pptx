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57–67 % і 0–1 пропущених. Висновок: визначальна інформація — динаміка сигналу, а не статичні фізичні проксі. Картки моделей — у додатку 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 з керуванням у реальному часі: модель тривоги, ImpactNet і порадник. Замкнений контур на 40 розрядах: 11 зривів без керування, 5 з керуванням. Атрибуція на новому рушії: 10 з 12 механізмів, межа Грінвальда і радіація — без помилок; кінк недооцінено. Рушій не моделює шум діагностик, тому калібрування моделей, навчених на шумних даних, переноситься не повністю; наступний крок — додати вимірювальний тракт toksym.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Замкнений контур удвічі зменшує кількість зривів.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Порівняльний аналіз моделей на спільній вибірці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ui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772400" cy="3610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6011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Частка вчасних тривог і кількість пропущених зривів на спільних 200 розрядах (запас 0,1 с, бюджет 5 %)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280160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Узагальнення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595360" y="1645920"/>
          <a:ext cx="306324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868680"/>
                <a:gridCol w="86868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наші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25–35 %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57–67 %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пропущено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5–9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0–1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медіана випередження,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0,67–0,90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0,94–1,42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95360" y="402336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(тренди, передвісник), а не статичні фізичні проксі.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 керування в симуляторі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303860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29837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30962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Атрибуція механізмів зриву в симуляторі fusion-sim (50 розрядів): 10 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371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C241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 на 40 розрядах з автокеруванням і без нього (−55 %)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880360"/>
            <a:ext cx="47091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Контур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діагностики, модель тривоги, ImpactNet, порадник, зміна уставок; цикл 5 мс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Обмеження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40 розрядів; рушій без шуму діагностик; кінк недооцінено (0 з 2)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Наступні кроки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вимірювальний тракт toksym у fusion-sim, 200 розрядів, оцінка ціни керування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78638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Замкнений контур керування в симуляторі зменшує кількість зривів з 11 до 5 на 40 розрядах; потрібна перевірка з шумом діагностик на більшій вибірці.</a:t>
            </a:r>
          </a:p>
        </p:txBody>
      </p:sp>
      <p:pic>
        <p:nvPicPr>
          <p:cNvPr id="5" name="Picture 4" descr="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371600"/>
            <a:ext cx="24688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3977639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github.com/llllenah/plasma-disruption-prediction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364224" cy="10992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309360" cy="10443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379381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Physics: 25,4 % вчасно, пропущено 6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800005"/>
            <a:ext cx="6364224" cy="10992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27437"/>
            <a:ext cx="6309360" cy="10443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26659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Dynamics: 34,9 % вчасно, пропущено 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347283"/>
            <a:ext cx="6364224" cy="10992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74715"/>
            <a:ext cx="6309360" cy="10443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473936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Formula: 25,4 % вчасно, пропущено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956048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315200" y="5367528"/>
          <a:ext cx="4343400" cy="9875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поріг для FPR 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0,73–0,76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v6: 63,5 % вчасно на спільній вибірці, пропущено 0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573234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00666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6706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v6b: 57,1 % вчасно на спільній вибірці, пропущено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29768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709160"/>
          <a:ext cx="4343400" cy="1645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156430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3862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19587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26864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5038344"/>
          <a:ext cx="434340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626864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5038344"/>
          <a:ext cx="434340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clean_big, запас 0,1 с: 63,5 % вчасно, пропущено 0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599877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27309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640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clean_big, запас 30 мс: 96,8 % вчасно, пропущено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26864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5038344"/>
          <a:ext cx="434340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А.6 Ансамбль ens5: відхилено за вимогою реального часу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ens5: 60,3 % вчасно на спільній вибірці, пропущено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626864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5038344"/>
          <a:ext cx="434340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А.7 ImpactNet у симуляторі fusion-sim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3264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3209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44806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ImpactNet у симуляторі fusion-sim, 50 розрядів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100 діагностик, маски відмов, 18 фізичних величин; згортки, GRU, фізичне апріорі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механізм визначено в 10 з 12 зривів: межа Грінвальда 7 з 7, радіація 3 з 3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кінк 0 з 2: частку q95 недооцінено (17 % → 5 %); потрібне калібрування для безшумного рушія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956048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Показники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5367528"/>
          <a:ext cx="4343400" cy="9875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10 з 12 (83 %)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R² λ (toksym, тест)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