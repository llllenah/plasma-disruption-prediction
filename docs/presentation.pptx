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Чотири числа, які доводить решта доповіді. Модель тривоги без формул шпаргалки: об'єм заліку 0,924 проти 0,765 у базового рішення. За 30 мс до гасіння вона ловить 98 % зривів при не більше ніж 5 % хибних тривог, крок 0,9 мс. ImpactNet правильно називає причину в 49 з 49 зривів. А система керування сама змінює уставки і відвертає 26 з 31 зриву, яким можна запобігти, без втрати енергії плазми.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Перевірено вісім гіпотез, шість підтверджено. H4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 H7 спростована фізичним аналізом: швидкі магнітні сигнали запізнюються, тому раннє попередження спирається на межі. H8 — головний результат: знаючи причину, система сама змінює уставки і відвертає зрив.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не залежать від цільової змінної: модель не бачить ні заздалегідь відомих результатів, ні майбутнього розряду.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57–64 % і 0–1 пропущених. Ансамбль трохи кращий, але втричі повільніший. Висновок: визначальна інформація — динаміка сигналу, а не статичні фізичні проксі. На скриншотах поле «поріг» замінено на ROC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Картка моделі: скриншот заліку і відмінність від інших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На кожному кроці 5 мс модель бачить лише минуле. Ознаки — шість груп, кожна відповідає фізичному сценарію зриву: наближення до межі густини (густина відносно програми), охолодження ядра (SXR, ECE), домішки (неон), МГД-активність і замкнена мода (Мірнов, сідлова петля). Три масштаби згладжування дають рівень, тренд і пам'ять про пік. Цілі навчання — лише моменти гасіння з shots.csv. Формул шпаргалки, мітки сценарію і таймерів програми немає.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Сканування струму і уставки густини (91 розряд). При малому струмі домінує межа Грінвальда, при великому — низький q95 (кінк); між ними вікно низького ризику. За густиною λ зростає на два порядки, коли f_GW підходить до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Перевірка, чи можна ловити зрив швидкими магнітними сигналами dB/dt, dIₚ/dt і зондами Мірнова. Камера JET діє як фільтр із постійною часу 4–5,5 мс і послаблює магнітні імпульси в 1,3–2,5 раза.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Гіпотеза: числова похідна струму як ранній маркер. Перевірка на розряді 5: за 300 мс до гасіння похідна не перетинає поріг; термічне гасіння передує гасінню струму, струм утримує індуктивність плазми. Тригер запізнюється або пропускає зрив.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Розряд 27: проста сума котушок Мірнова гаситься взаємно, просторовий RMS показує наростання лише за 50–90 мс до гасіння, а одиночні сплески — це ELM, які дають хибні тривоги. Звідси наш дизайн: МГД-сигнали — лише для передвісника, раннє попередження — за межами f_GW, q95, βN, P_rad/P_in.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Підсумок фізичного аналізу: які евристики не спрацювали і які рішення лягли в основу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Кожен з чотирьох вихідних нейронів — це формула ризику симулятора: сигмоїда від фізичної змінної з порогом c і шириною w, плюс поправка δ від пам'яті мережі. Голова стартує з нулів, тож ненавчена мережа — це чиста фізика; навчання додає лише поправки на шум, затримки і калібрування. Частки, інтенсивність λ та ймовірність зриву за час h виходять з тих самих п'яти чисел. Вчити можна з розміткою ризиків з прихованого стану симулятора (лише як ціль) або лише за моментами зривів — з апріорі механізм визначено в 49 з 49, без апріорі в 41 з 49.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Ланцюг «побачити → пояснити → виправити»: v8 дає тривогу, ImpactNet — ризик і причину, учень fixer вибирає одну з 8 дій. 100 нових розрядів, однакових у всіх режимах. Без керування 31 зрив, якому можна запобігти; порадник на правилах — 21; вчитель на копії рушія — 5; учень, який бачить лише прилади, — теж 5. Учень зрівнявся з ідеальним двійником. Жодного розряду не зіпсовано: 26 врятовано, 0 зіпсовано, p = 3·10⁻⁸. Енергія плазми не впала. Спонтанні зриви, 8–9 зі 100, не відверне ніхто; без них 95 % розрядів без зриву проти 69 %.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Вчитель кожні 0,25 с копіює стан рушія разом з генератором випадкових чисел і програє 8 дій на 1 с уперед, рахуючи ймовірність зриву і втрату продуктивності; вибирає найдешевшу. Копія знає розклад машини, як його знає система керування, але не бачить незапланованих збурень газу. Копія знає прихований стан, тому вчитель — лише верхня межа. Учень — 16 регресорів градієнтного бустингу — вчиться передбачати оцінки вчителя для кожної дії лише з приладів, виходів ImpactNet і поточних множників уставок; плюс один раунд DAgger. На нових розрядах учень дорівнює вчителю.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навчені на toksym; fusion-sim — інший рушій, без шуму діагностик. 200 розрядів, жодного донавчання. Модель тривоги переноситься: ROC AUC 0,902 проти 0,934 на запасі 0,1 с. ImpactNet: межа Грінвальда 16 з 16, радіація 14 з 17, кінк лише 4 з 16. В 11 з 16 кінкових зривів мережа видає ту саму частку Грінвальда 97,6 % — це насичення входу, а не фізика. Масштабування часток не рятує: 36 з 49 при 5-кратній перевірці. Отже, потрібне донавчання на даних нового рушія.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заліку 0,924 проти 0,765 у базового рішення. ImpactNet визначає механізм зриву: 49 з 49. У замкненому контурі учень, що бачить лише прилади, зменшує кількість зривів, яким можна запобігти, з 31 до 5 без втрати продуктивності; на іншому рушії тривога переноситься без донавчання.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і запобігання зривам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Система передбачає зрив, визначає його причину і сама підбирає уставки плазми так, щоб зриву не сталося: відвернуто 26 з 31 зриву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Головні результати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2606040" cy="2514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2606040" cy="7315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2240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1D4ED8"/>
                </a:solidFill>
                <a:latin typeface="Arial"/>
              </a:rPr>
              <a:t>0,924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об'єм заліку моделі тривоги без формул шпаргалки (базове рішення 0,765)</a:t>
            </a:r>
          </a:p>
        </p:txBody>
      </p:sp>
      <p:sp>
        <p:nvSpPr>
          <p:cNvPr id="7" name="Rectangle 6"/>
          <p:cNvSpPr/>
          <p:nvPr/>
        </p:nvSpPr>
        <p:spPr>
          <a:xfrm>
            <a:off x="3364992" y="1417320"/>
            <a:ext cx="2606040" cy="2514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364992" y="1417320"/>
            <a:ext cx="2606040" cy="73152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7872" y="1783080"/>
            <a:ext cx="2240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0E7490"/>
                </a:solidFill>
                <a:latin typeface="Arial"/>
              </a:rPr>
              <a:t>98 %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зривів спіймано щонайменше за 30 мс до гасіння при ≤ 5 % хибних тривог; крок 0,9 мс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1344" y="1417320"/>
            <a:ext cx="2606040" cy="2514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344" y="1417320"/>
            <a:ext cx="2606040" cy="7315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224" y="1783080"/>
            <a:ext cx="2240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зривів, у яких ImpactNet правильно назвав причину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97696" y="1417320"/>
            <a:ext cx="2606040" cy="2514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97696" y="1417320"/>
            <a:ext cx="2606040" cy="73152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576" y="1783080"/>
            <a:ext cx="224028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047857"/>
                </a:solidFill>
                <a:latin typeface="Arial"/>
              </a:rPr>
              <a:t>26 з 31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зривів відвернуто: система сама змінює уставки, енергія плазми без втрат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4340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0F172A"/>
                </a:solidFill>
                <a:latin typeface="Arial"/>
              </a:rPr>
              <a:t>Побачити → пояснити → виправити: </a:t>
            </a:r>
            <a:r>
              <a:rPr sz="1600" b="0" i="0">
                <a:solidFill>
                  <a:srgbClr val="0F172A"/>
                </a:solidFill>
                <a:latin typeface="Arial"/>
              </a:rPr>
              <a:t>модель тривоги каже, коли буде зрив; ImpactNet — чому; учень fixer — що змінити, щоб зриву не сталося.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4690863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Межі Грінвальда і low-q конкурують: існує вікно струму з мінімальним ризиком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мінімум λ при Iₚ ≈ 2,6–3,6 МА (сканування 91 розряду, розд. 10.1)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Швидкі магнітні сигнали (dIₚ/dt, котушки Мірнова) дають раннє попередження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МГД-сигнали ростуть лише за 50–90 мс до гасіння (розд. 10.3–10.4)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521207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H8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Знаючи причину зриву, можна вчасно змінити уставки і запобігти зриву без втрати продуктивності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31 → 5 зривів на 100 нових розрядах, енергія без змін (розд. 13)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гарантія повної незалежності ознак від цільової змінної під час навчання, що виключає використання заздалегідь відомих результатів або майбутніх контекстів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Що ми перепробували: залік на спільних 200 розрядах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394960" cy="893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а) XGBoost Physics: крок без пам'яті, 25 фізичних агрегатів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0488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394960" cy="8930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б) XGBoost Dynamics: + 119 часових ознак (лаги, швидкості)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2666937"/>
            <a:ext cx="5449824" cy="73426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v6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694369"/>
            <a:ext cx="5394960" cy="6794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41949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в) v6: дві голови HGB, формули шпаргалки і мітка сценарію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666937"/>
            <a:ext cx="5449824" cy="72923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d_v6b_au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694369"/>
            <a:ext cx="5394960" cy="67437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341445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г) v6b: інше налаштування голови раннього попередження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7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rd_ens5_au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940699"/>
            <a:ext cx="5394960" cy="70154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д) ens5: ансамбль 5 моделей, 3 мс на крок, відхилено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clean_big_01_au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40699"/>
            <a:ext cx="5394960" cy="70154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92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е) clean_big (здача): без формул, сценарію і таймерів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Скриншоти інтерфейсу заліку: запас 0,1 с, бюджет 5 % (поле «поріг» замінено на ROC AUC; XGBoost — валідаційна, решта — офіційні набори toksym)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Висновок: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і пам'ять (тренди, передвісник), а не статичні фізичні проксі: 57–64 % вчасно проти 25–35 %.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7.1 XGBoost на сирих, фізичних і динамічних ознаках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486400" cy="9081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24316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Physics: 25,4 % вчасно, пропущено 6 (поле «поріг» замінено на ROC AUC; ROC AUC валідаційна, по кроках)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727792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755224"/>
            <a:ext cx="5486400" cy="9081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718225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Dynamics: 34,9 % вчасно, пропущено 9 (поле «поріг» замінено на ROC AUC; ROC AUC валідаційна, по кроках)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4202857"/>
            <a:ext cx="5541264" cy="96300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xgb_formula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230289"/>
            <a:ext cx="5486400" cy="9081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519329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Formula: 25,4 % вчасно, пропущено 5 (поле «поріг» замінено на ROC AUC; ROC AUC валідаційна, по кроках)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5687066"/>
            <a:ext cx="548640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778506"/>
            <a:ext cx="5212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325880"/>
            <a:ext cx="4343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градієнтний бустинг на кожному кроці без пам'яті; варіанти Raw, Physics, Dynamics, Formula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Physics додає 25 агрегатів (потужність нагріву, хорди, RMS Мірнова, Dα, ECE, болометри)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Dynamics додає 119 часових ознак: лаги 5–100 мс, різниці, швидкості, ковзні статистики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Formula додає 5 проксі формул шпаргалки (лише для порівняння)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Показники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7315200" y="4069080"/>
          <a:ext cx="4343400" cy="69494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 валідаційна (по кроках)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0,94–0,96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7.2 v6 і v6b: двоголовий бустинг з фізичними ознаками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72450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6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175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526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v6: 63,5 %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37242"/>
            <a:ext cx="6547103" cy="8663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v6b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64674"/>
            <a:ext cx="6492240" cy="8115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31068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v6b: 57,1 % вчасно на спільній вибірці, пропущено 1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24844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1628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сирі канали, формули шпаргалки (f_GW, q95, βN, P_rad/P_in) і мітка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дві голови HGB: передвісник (≤ 0,1 с) і раннє попередження (≤ 4,5 с)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v6b — варіант з іншим налаштуванням голови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 v6b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7.3 v8: фізичні ознаки і детектор передвісника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45564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v8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4007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735806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v8 в інтерфейсі організаторів (фото екрана): 66,7 % вчасно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3220438"/>
            <a:ext cx="6089903" cy="163572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v8_new_eng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247870"/>
            <a:ext cx="6035040" cy="15808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488359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10 – v8 у симуляторі fusion-sim: 51,0 % вчасно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ознаки v6, енергія швидкої складової сідлової петлі і зондів Мірнова, оцінка λ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найвищий об'єм (0,944), але використовує формули шпаргалки і мітку сценарію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у безшумному симуляторі fusion-sim (200 розрядів): 51 % вчасно, пропущено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6 – Показники (офіційні набори toksym)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7.4 nocs: без формул шпаргалки, з міткою сценарію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189161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nocs_ph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18367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3171775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11 – nocs в інтерфейсі (фото екрана): 65,1 % вчасно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уставки, детектор передвісника, мітка сценарію і таймери програми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формули шпаргалки вилучено, мітку сценарію залишено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мітка scen_none гарантує відсутність зарахованого зриву, тобто є артефактом симулятора; модель не обрано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7 – Показники (офіційні набори toksym)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7.5 clean_big: фінальне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i_clean_big_01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12 – clean_big, запас 0,1 с: 63,5 % вчасно,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1207" y="2663885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i_clean_big_003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91317"/>
            <a:ext cx="6492240" cy="8442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359041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13 – clean_big, запас 30 мс: 96,8 % вчасно, пропущено 0 (поле «поріг» замінено на ROC AUC; офіційні набори toksym)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084186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175626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згладжені сирі канали, уставки і команди актуаторів, Dα, Мірнов, SXR, ECE, детектор передвісника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без формул шпаргалки, мітки сценарію і таймерів; 4 500 навчальних розрядів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0,9 мс на крок; 0,2 % кроків понад 5 мс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8 – Показники (офіційні набори toksym)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7.6 Ансамбль ens5: відхилено через затримку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547103" cy="899093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ens5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492240" cy="8442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9253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14 – ens5: 60,3 % вчасно на спільній вибірці, пропущено 0 (поле «поріг» замінено на ROC AUC; офіційні набори toksym)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73029"/>
            <a:ext cx="6492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64469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шкала ймовірностей у моделей різна, а на малій вибірці поріг задає один тихий розряд. Тому на скриншотах замість порогу наведено ROC AUC, яка від порогу не залежить.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25880"/>
            <a:ext cx="4343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Ознаки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5 моделей clean на бутстреп-вибірках 9 000 розрядів, усереднення логітів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Відмінність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об'єм 0,930 (+0,006, P = 0,99), але 3 мс на крок і 16 % кроків понад 5 мс на ноутбуці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/>
            </a:r>
            <a:r>
              <a:rPr sz="1300" b="0" i="0">
                <a:solidFill>
                  <a:srgbClr val="0F172A"/>
                </a:solidFill>
                <a:latin typeface="Arial"/>
              </a:rPr>
              <a:t>вимогу реального часу порушено, до здачі не прийнято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703320"/>
            <a:ext cx="4343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9 – Показники (офіційні набори toksym)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0" y="4069080"/>
          <a:ext cx="4343400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514600"/>
                <a:gridCol w="182880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показник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значення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30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ROC AUC, 0,1 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7681874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749899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Гіпотеза: детектор передвісника разом з раннім попередженням кращий за одну модель — підтверджено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15 – Структурна схема моделі раннього попередження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8.1 Що закладено в модель тривоги: 61 причинна ознака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7074712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689183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Гіпотеза: для прогнозу не потрібні ні формули шпаргалки, ні мітка сценарію — підтверджено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7680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10 – Групи ознак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7680960" cy="422452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3703320"/>
                <a:gridCol w="237744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група (кількість)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містить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це означає фізично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фаза розряду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струм відносно програми, наростання, спад, час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де ми в програмі розряду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сирі канали (15)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Ip, Bt, діамагнітна енергія, Vloop, хорди густини, подача D₂ і Ne, нейтрони, зонд дивертора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повільний стан плазми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6 величин × 5 (30)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ne/програма, SXR і ECE ядра, Dα, RMS Мірнова, сідлова петля: EMA 50 мс, 250 мс, 1 с, тренд, максимум на плато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наближення до межі, швидкість наближення, пам'ять про пік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події (4)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стрибок Dα, пік сідлової петлі, падіння Te і SXR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охолодження ядра перед зривом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домішки (3)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команда неону, її інтеграл, нахил програми густини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радіаційні втрати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передвісник (5)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високочастотна складова сідлової петлі (20, 50 мс) і Мірнова, їх ріст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ріст МГД-моди за 10–100 мс до гасіння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595360" y="1325880"/>
            <a:ext cx="30632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Причинність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кожна ознака рахується крок за кроком лише з минулого; той самий код у навчанні і на заліку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Цілі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голова A — «гасіння через ≤ 0,1 с», голова B — «≤ 4,5 с»; лише з shots.csv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Навчання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градієнтний бустинг (HGB), 4 500 розрядів, поділ за сидами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Вилучено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формули шпаргалки, мітку сценарію, таймери від подій програми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18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16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Простими словами: що ближче параметр до своєї межі, то більший ризик rᵢ; λ — сумарна інтенсивність зриву, 1/с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11 – Операційні межі та керувальні впливи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606040"/>
          <a:ext cx="11109960" cy="2560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4924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10.1 Фізичні драйвери: конкуренція меж Грінвальда і low-q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7985455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7802575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Гіпотеза: межі Грінвальда і low-q конкурують, існує вікно струму з мінімальним ризиком — підтверджено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52728"/>
            <a:ext cx="7735824" cy="396679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ys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680960" cy="39119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237810"/>
            <a:ext cx="7680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17 – Сканування струму Iₚ і уставки густини (91 розряд): A — ризики r_GW і r_q від Iₚ; B — λ від Iₚ; C — f_GW і r_GW від густини; D — λ від густини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0" y="1280160"/>
            <a:ext cx="3063240" cy="16002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32520" y="1371600"/>
            <a:ext cx="2834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λ = 1 − Πᵢ (1 − rᵢ³)(1 − r_lm)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f_GW = n̄ₑ / n_GW</a:t>
            </a:r>
          </a:p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f_GW ∝ n̄ₑ / Iₚ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3108960"/>
            <a:ext cx="3063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Струм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малий Iₚ — межа Грінвальда, великий — low-q (кінк); між ними вікно низького ризику ≈ 2,6–3,6 МА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Густина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коли f_GW підходить до 1, λ зростає на два порядки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Висновок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межі конкурують: зниження одного ризику підвищує інший, тому керування має знати механізм — це перевіряємо в розділі 13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10.2 Екранування камери і швидкі магнітні тригери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Постійна часу камери</a:t>
            </a:r>
          </a:p>
          <a:p>
            <a:pPr algn="l">
              <a:spcAft>
                <a:spcPts val="100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τ_w = L_v / R_v ≈ 4–5,5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Оцінка для JET, камера якого має високоомні сильфони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263640" y="1325880"/>
            <a:ext cx="5394960" cy="15087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463040"/>
            <a:ext cx="50292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Коефіцієнт екранування</a:t>
            </a:r>
          </a:p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S = (dB/dt)max без камери / (dB/dt)max з камерою</a:t>
            </a:r>
          </a:p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S ≈ 1,3–2,5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Фільтр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камера діє як згладжувальний фільтр із затримкою близько 5 мс і розтягує магнітні імпульси в часі</a:t>
            </a:r>
          </a:p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Наслідок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швидкі магнітні похідні приходять до приладів ослабленими і запізнілими — це перевіряють наступні два слайди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10.3 Гіпотеза швидкого тригера dIₚ/dt та її перевірка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6012180" cy="274320"/>
          </a:xfrm>
          <a:prstGeom prst="rect">
            <a:avLst/>
          </a:prstGeom>
          <a:solidFill>
            <a:srgbClr val="FFF7ED"/>
          </a:solidFill>
          <a:ln w="952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293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Гіпотеза: швидка похідна струму dIₚ/dt дає раннє попередження — спростовано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52728"/>
            <a:ext cx="5910975" cy="462686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ys_dipd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856111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897880"/>
            <a:ext cx="585611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18 – Перевірка магнітного тригера на розряді 5: Iₚ, dIₚ/dt з порогом −10 МА/с і сигнал тривоги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1951" y="1371600"/>
            <a:ext cx="4750928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Гіпотеза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D_I(t) = (Iₚ(t) − Iₚ(t − Δt)) / Δt на кожному кроці (Δt = 5 мс); тривога при D_I &lt; −10 МА/с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Фізика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термічне гасіння t_Q передує гасінню струму: у момент t_Q струм ще утримує індуктивність плазми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у заліковому вікні 300 мс поріг не перетнуто: тригер запізнюється або пропускає зрив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Висновок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dIₚ/dt як тригер раннього попередження відкинуто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10.4 Спростування гіпотези: зонди Мірнова і пастка ELM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23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5177332" cy="274320"/>
          </a:xfrm>
          <a:prstGeom prst="rect">
            <a:avLst/>
          </a:prstGeom>
          <a:solidFill>
            <a:srgbClr val="FFF7ED"/>
          </a:solidFill>
          <a:ln w="952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4994452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Гіпотеза: котушки Мірнова дають раннє попередження — спростовано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252728"/>
            <a:ext cx="7644384" cy="3774047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ys_mirno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7191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45063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19 – Розряд 27: Iₚ, сигнал котушок Мірнова (проста сума і просторовий RMS), детектор замкненої моди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371600"/>
            <a:ext cx="31546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Сума каналів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ΣBᵢ гаситься взаємно: моди компенсують одна одну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Просторовий RMS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R(t) = √(⅛ ΣBᵢ²) показує наростання лише за 50–90 мс до t_Q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Пастка ELM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одиночні сплески — ELM; стаціонарний поріг дає хибні тривоги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У моделі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МГД — лише для передвісника (голова A); раннє попередження (голова B) — за межами f_GW, q95, βN, P_rad/P_in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10.5 Фізичний аналіз: що відкинуто і що впроваджено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12 – Невдалі евристики і впроваджені рішення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00200"/>
          <a:ext cx="11064240" cy="43891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480560"/>
                <a:gridCol w="4480560"/>
              </a:tblGrid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категорія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що відкинуто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що впроваджено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магнітні похідні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поріг за dIₚ/dt або dB_p/dt: запізнюється, виникає лише на гасінні струму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контроль запізнення; відмова від dIₚ/dt як тригера попередження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котушки Мірнова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скалярна сума каналів ΣBᵢ: взаємне гасіння мод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просторовий RMS √(⅛ ΣBᵢ²), фур'є-моди, крос-кореляція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горизонт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300 мс лише з МГД-каналів: вони ростуть лише за 50–90 мс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балансні параметри для раннього вікна 300–1000 мс: f_GW, q95, βN, болометрія P_rad/P_in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обробка сигналів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непричинні фільтри і стаціонарні амплітудні пороги: хибні тривоги через ELM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суворо причинні ковзні вікна, тренди похідних, аналіз стійких сплесків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валідація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випадкове розбиття рядків: витік даних між сусідніми кадрами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розбиття строго за розрядами (GroupKFold за shot_id), контроль lead time і хибних тривог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20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11.1 Що всередині ImpactNet: фізика плюс поправка мережі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6035040" cy="2331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760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Вихідний нейрон k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0F172A"/>
                </a:solidFill>
                <a:latin typeface="Arial"/>
              </a:rPr>
              <a:t>rₖ = σ( (xₖ − cₖ) / wₖ  +  δₖ(hₜ) 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xₖ — фізична змінна: f_GW, 2,2/q95, P_rad/P_in, βN/2,8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cₖ, wₖ — поріг і ширина межі, стартують з формули симулятора: 1,00/0,08; 0,90/0,05; 0,80/0,08; 0,85/0,06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δₖ(hₜ) — поправка від пам'яті мережі; на старті нуль, тобто ненавчена мережа = чиста фізика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0F172A"/>
                </a:solidFill>
                <a:latin typeface="Arial"/>
              </a:rPr>
              <a:t>5-й нейрон «інші» (замкнена мода тощо) — лише з пам'яті мережі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794760"/>
            <a:ext cx="6035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475569"/>
                </a:solidFill>
                <a:latin typeface="Arial"/>
              </a:rPr>
              <a:t>З тих самих п'яти чисел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Cₖ = −ln(1 − rₖᵖ),   частка = Cₖ / ΣC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e^(−ΣC),   P(зрив за час h) = 1 − e^(−λh)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 = 3 для меж, як у симуляторі; сума часток рівно 100 %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1234440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13 – Входи і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49440" y="1600200"/>
          <a:ext cx="4709160" cy="40599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08760"/>
                <a:gridCol w="3200400"/>
              </a:tblGrid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asinh-стиснення хвостів, медіана та IQR з навчальної вибірки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100 масок відмов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1, якщо прилад не дав даних: мережа знає, чому не вірити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18 фізичних величин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f_GW, q95, P_rad/P_in, βN, W, dW/dt, τE, H98, запас до L-H, Te ядра …; причинно з каналів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пам'ять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згортки 155 мс (швидкі передвісники) + GRU(128): стан O(1) у потоці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навчання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ризики з прихованого стану симулятора — лише як ціль, ніколи як вхід; або лише моменти зривів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486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Без фізичного апріорі, лише за моментами зривів: механізм визначено в 41 з 49; з апріорі — 49 з 49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27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8744407" cy="274320"/>
          </a:xfrm>
          <a:prstGeom prst="rect">
            <a:avLst/>
          </a:prstGeom>
          <a:solidFill>
            <a:srgbClr val="FFF7ED"/>
          </a:solidFill>
          <a:ln w="952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61527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2410C"/>
                </a:solidFill>
                <a:latin typeface="Arial"/>
              </a:rPr>
              <a:t>Гіпотези: точної λ достатньо для тривоги — спростовано; фізичне апріорі дає причину без розмітки — підтверджено</a:t>
            </a:r>
          </a:p>
        </p:txBody>
      </p:sp>
      <p:pic>
        <p:nvPicPr>
          <p:cNvPr id="6" name="Picture 5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21 – Об'єм як сигнал тривоги на 200 тестових розрядах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14 – Атрибуція механізмів залежно від способу навчання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Запобігання зриву: система сама підбирає уставки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28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14400"/>
            <a:ext cx="7302398" cy="274320"/>
          </a:xfrm>
          <a:prstGeom prst="rect">
            <a:avLst/>
          </a:prstGeom>
          <a:solidFill>
            <a:srgbClr val="ECFDF5"/>
          </a:solidFill>
          <a:ln w="952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711951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47857"/>
                </a:solidFill>
                <a:latin typeface="Arial"/>
              </a:rPr>
              <a:t>Гіпотеза: знаючи причину зриву, можна вчасно змінити уставки і запобігти йому — підтверджено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109960" cy="731520"/>
          </a:xfrm>
          <a:prstGeom prst="rect">
            <a:avLst/>
          </a:prstGeom>
          <a:solidFill>
            <a:srgbClr val="ECFDF5"/>
          </a:solidFill>
          <a:ln w="15875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8992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Не лише прогноз.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Кожні 0,25 с модель сама вирішує, що змінити — густину, неон, струм чи нагрів, — і зрив не стається: 26 з 31 відвернуто, енергія плазми без втрат.</a:t>
            </a:r>
          </a:p>
        </p:txBody>
      </p:sp>
      <p:pic>
        <p:nvPicPr>
          <p:cNvPr id="8" name="Picture 7" descr="fix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94560"/>
            <a:ext cx="7406640" cy="304401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284290"/>
            <a:ext cx="7406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22 – Керування в симуляторі fusion-sim: 100 нових розрядів (seed 2000), однакові в усіх режимах; за звітом fusionsim teach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103120"/>
            <a:ext cx="3383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047857"/>
                </a:solidFill>
                <a:latin typeface="Arial"/>
              </a:rPr>
              <a:t>31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зривів, яким можна запобігти: без керування → з моделлю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3291840"/>
            <a:ext cx="33832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Ланцюг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v8 (коли) → ImpactNet (чому) → учень (що змінити): 8 дій, кожні 0,25 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Без шкоди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врятовано 26, зіпсовано 0 (тест Мак-Немара, p = 3·10⁻⁸); енергія W 2,371 → 2,374 МДж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Межа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спонтанні зриви (8–9 зі 100) не відверне ніхто; без них 95 % розрядів без зриву проти 69 %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Arial"/>
              </a:rPr>
              <a:t>Симулятор: </a:t>
            </a:r>
            <a:r>
              <a:rPr sz="1000" b="0" i="0">
                <a:solidFill>
                  <a:srgbClr val="1D4ED8"/>
                </a:solidFill>
                <a:latin typeface="Arial"/>
              </a:rPr>
              <a:t>github.com/lurbaby/plasma_simulator</a:t>
            </a:r>
            <a:r>
              <a:rPr sz="1000" b="0" i="0">
                <a:solidFill>
                  <a:srgbClr val="475569"/>
                </a:solidFill>
                <a:latin typeface="Arial"/>
              </a:rPr>
              <a:t> (форк fusionsimulator.io, D. Burgess, GPL-3.0; командою додано залік toksym, fixer, вчителя й учня). Довірчий інтервал на 100 розрядах ±9 п. п.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13.1 Як навчено керування: вчитель на копії рушія і учень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Копія стану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рушій + генератор випадковості; розклад машини за планом, газ на поточному рівні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97180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38328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8 дій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нічого; густина −10 / −20 %; неон; Iₚ −10 %; нагрів ±20 %; повернути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80644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59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Прогноз 1 с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крок 20 мс; P = 1 − e^(−∫λdt) і втрата продуктивності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8641080" y="1856231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052560" y="1325880"/>
            <a:ext cx="237744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417320"/>
            <a:ext cx="219456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Найдешевша дія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J = P + α · втрата; множники на програму, розряд іде далі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23 – Вчитель: прогнозне керування на копії рушія (бачить прихований стан, тому це верхня межа)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15 – Учень і його навчання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3566160"/>
          <a:ext cx="5669280" cy="27432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44348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складова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що закладено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16 регресорів HGB: P(зрив за 1 с) і втрата для кожної з 8 дій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ознаки (56)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λ, ризики й частки ImpactNet; f_GW, q95, P_rad/P_in, βN з приладів; 16 каналів; множники; тренди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заборонено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справжня λ рушія, внутрішні змінні, майбутнє програми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дані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300 розрядів вчителя (seed 1000) + розряди без керування + 1 раунд DAgger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Arial"/>
                        </a:rPr>
                        <a:t>перевірка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rial"/>
                        </a:rPr>
                        <a:t>100 нових розрядів (seed 2000), ті самі в усіх режимах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6766560" y="3200400"/>
            <a:ext cx="48920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Чому копія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плазма відповідає на уставку за 0,3–0,5 с, а тривога на кінкових розрядах — за 5–75 мс; копія бачить наслідки дії на 1 с уперед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Чесний вчитель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газ у копії на поточному рівні: незаплановані збурення не видно, інакше учень не зміг би навчитися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Швидкість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рішення ≈ 17 мс (9 копій × 50 кроків); у браузері — по одній дії на кадр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Результат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учень = вчитель: 5 зривів зі 31; з копії на машину переноситься саме учень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Перенесення моделей на інший рушій без донавчання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30</a:t>
            </a:r>
          </a:p>
        </p:txBody>
      </p:sp>
      <p:pic>
        <p:nvPicPr>
          <p:cNvPr id="4" name="Picture 3" descr="sim2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589520" cy="35296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809776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24 – Модель v8 + ImpactNet у симуляторі fusion-sim, 200 розрядів, 49 зарахованих зривів; праворуч — ті самі онлайн-виходи моделі з measured.csv, різниця лише у виборі моменту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1325880"/>
            <a:ext cx="32004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Тривога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переноситься: ROC AUC 0,902 проти 0,934 на 0,1 с, 0,970 на 30 мс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Знахідка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симулятор брав частки в момент максимуму λ по всьому розряду, а він припадав на прогрів мережі при t = 5 мс, коли плазми ще нема (типова відповідь «Грінвальд 97,6 %»)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Виправлення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максимум λ лише там, де є плазма: 34 → 45 з 49, кінк 4 → 15 з 16, без донавчання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Залишок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3 радіаційні зриви названо кінком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15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1" i="0">
                <a:solidFill>
                  <a:srgbClr val="0F172A"/>
                </a:solidFill>
                <a:latin typeface="Arial"/>
              </a:rPr>
              <a:t>Система в реальному часі передбачає зрив, визначає причину і сама підбирає уставки: 26 з 31 зриву відвернуто на 100 нових розрядах без втрати енергії плазми.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сценарію: об'єм заліку 0,924 (базове рішення 0,765).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</p:txBody>
      </p:sp>
      <p:pic>
        <p:nvPicPr>
          <p:cNvPr id="5" name="Picture 4" descr="qr_plasma-disruption-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71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llllenah/plasma-disruption-prediction</a:t>
            </a:r>
          </a:p>
        </p:txBody>
      </p:sp>
      <p:pic>
        <p:nvPicPr>
          <p:cNvPr id="7" name="Picture 6" descr="qr_plasma_sim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19" y="137160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7260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Симулятор з керуванням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lurbaby/plasma_simulator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Arial"/>
              </a:rPr>
              <a:t>форк fusionsimulator.io, GPL-3.0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