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контур: модель запобігає зриву в реальному часі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pic>
        <p:nvPicPr>
          <p:cNvPr id="4" name="Picture 3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04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32417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28016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учень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51460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У замкненому контурі учень, що бачить лише прилади, зменшує кількість зривів, яким можна запобігти, з 31 до 5 на 100 нових розрядах без втрати продуктивності — як ідеальний двійник.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